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Освітній портал · WordPress + Next.js; Варіант 2: Decoupled CMS; Пянило Павло Вадимович · КІСП-11; Львівська політехніка ·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Навчальні матеріали з веброзробки; Аудиторія: студенти й початківці; Пошук, теми, статті та дві мови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WordPress керує контентом; Next.js формує користувацькі сторінки; REST API передає дані; MariaDB зберігає їх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Матеріал → автор, категорії, обкладинка; Матеріали ↔ категорії: багато до багатьох; Український запис ↔ англійський переклад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Contributor: чернетка → подання на перевірку; Editor: перевірка → публікація; Адміністратор: налаштування системи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Фільтрація за категорією; Пошук у заголовках і тексті; Пагінація по 3 матеріали; Повідомлення про порожній результат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Українська: / · Англійська: /en; Polylang зберігає зв’язки перекладів; MU-плагін передає мовні поля через API; Шапка та підвал реагують на маршрут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Очищення HTML: sanitize-html; Ролі CMS, серверні запити, секрети поза Git; Кеш запитів: 60 секунд; тайм-аут: 8 секунд; Canonical, hreflang, Open Graph, sitemap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WordPress + MariaDB: alwaysdata; Next.js: Vercel, репозиторій GitHub; Збірка, TypeScript та локальні smoke-перевірки; Публічні кнопки перевірені вручну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Поясніть своїми словами: Портал опубліковано та наповнено; Реалізовано редакційний процес і дві мови; Далі: webhook кешу, моніторинг, ширші тести; web-independent-work.vercel.app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StudyHub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Освітній портал · WordPress + Next.js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Варіант 2: Decoupled CMS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Пянило Павло Вадимович · КІСП-11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Львівська політехніка · 2026</a:t>
            </a:r>
          </a:p>
        </p:txBody>
      </p:sp>
      <p:pic>
        <p:nvPicPr>
          <p:cNvPr id="4" name="Picture 3" descr="photo_15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250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Мета та користувачі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Навчальні матеріали з веброзробки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Аудиторія: студенти й початківці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Пошук, теми, статті та дві мови</a:t>
            </a:r>
          </a:p>
        </p:txBody>
      </p:sp>
      <p:pic>
        <p:nvPicPr>
          <p:cNvPr id="4" name="Picture 3" descr="photo_13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542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Архітектура рішення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0342C"/>
                </a:solidFill>
                <a:latin typeface="Arial"/>
              </a:defRPr>
            </a:pPr>
            <a:r>
              <a:t>WordPress керує контентом</a:t>
            </a:r>
          </a:p>
          <a:p>
            <a:pPr>
              <a:spcAft>
                <a:spcPts val="1800"/>
              </a:spcAft>
              <a:defRPr sz="2200">
                <a:solidFill>
                  <a:srgbClr val="20342C"/>
                </a:solidFill>
                <a:latin typeface="Arial"/>
              </a:defRPr>
            </a:pPr>
            <a:r>
              <a:t>Next.js формує користувацькі сторінки</a:t>
            </a:r>
          </a:p>
          <a:p>
            <a:pPr>
              <a:spcAft>
                <a:spcPts val="1800"/>
              </a:spcAft>
              <a:defRPr sz="2200">
                <a:solidFill>
                  <a:srgbClr val="20342C"/>
                </a:solidFill>
                <a:latin typeface="Arial"/>
              </a:defRPr>
            </a:pPr>
            <a:r>
              <a:t>REST API передає дані; MariaDB зберігає їх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09728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Модель контенту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Матеріал → автор, категорії, обкладинка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Матеріали ↔ категорії: багато до багатьох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Український запис ↔ англійський переклад</a:t>
            </a:r>
          </a:p>
        </p:txBody>
      </p:sp>
      <p:pic>
        <p:nvPicPr>
          <p:cNvPr id="4" name="Picture 3" descr="photo_5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115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Ролі та публікація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Contributor: чернетка → подання на перевірку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Editor: перевірка → публікація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Адміністратор: налаштування системи</a:t>
            </a:r>
          </a:p>
        </p:txBody>
      </p:sp>
      <p:pic>
        <p:nvPicPr>
          <p:cNvPr id="4" name="Picture 3" descr="photo_11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62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Каталог і пошук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Фільтрація за категорією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Пошук у заголовках і тексті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Пагінація по 3 матеріали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Повідомлення про порожній результат</a:t>
            </a:r>
          </a:p>
        </p:txBody>
      </p:sp>
      <p:pic>
        <p:nvPicPr>
          <p:cNvPr id="4" name="Picture 3" descr="photo_9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434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Дві мовні версії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Українська: / · Англійська: /en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Polylang зберігає зв’язки перекладів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MU-плагін передає мовні поля через API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Шапка та підвал реагують на маршрут</a:t>
            </a:r>
          </a:p>
        </p:txBody>
      </p:sp>
      <p:pic>
        <p:nvPicPr>
          <p:cNvPr id="4" name="Picture 3" descr="photo_14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677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Безпека та оптимізація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Очищення HTML: sanitize-html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Ролі CMS, серверні запити, секрети поза Git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Кеш запитів: 60 секунд; тайм-аут: 8 секунд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Canonical, hreflang, Open Graph, sitemap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Розгортання та перевірка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WordPress + MariaDB: alwaysdata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Next.js: Vercel, репозиторій GitHub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Збірка, TypeScript та локальні smoke-перевірки</a:t>
            </a:r>
          </a:p>
          <a:p>
            <a:pPr>
              <a:spcAft>
                <a:spcPts val="1800"/>
              </a:spcAft>
              <a:defRPr sz="2300">
                <a:solidFill>
                  <a:srgbClr val="20342C"/>
                </a:solidFill>
                <a:latin typeface="Arial"/>
              </a:defRPr>
            </a:pPr>
            <a:r>
              <a:t>Публічні кнопки перевірені вручну</a:t>
            </a:r>
          </a:p>
        </p:txBody>
      </p:sp>
      <p:pic>
        <p:nvPicPr>
          <p:cNvPr id="4" name="Picture 3" descr="photo_15_2026-10-07_14-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5943600" cy="3250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20342C"/>
                </a:solidFill>
                <a:latin typeface="Arial"/>
              </a:defRPr>
            </a:pPr>
            <a:r>
              <a:t>Результат і розвиток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Портал опубліковано та наповнено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Реалізовано редакційний процес і дві мови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Далі: webhook кешу, моніторинг, ширші тести</a:t>
            </a:r>
          </a:p>
          <a:p>
            <a:pPr>
              <a:spcAft>
                <a:spcPts val="1800"/>
              </a:spcAft>
              <a:defRPr sz="2700">
                <a:solidFill>
                  <a:srgbClr val="20342C"/>
                </a:solidFill>
                <a:latin typeface="Arial"/>
              </a:defRPr>
            </a:pPr>
            <a:r>
              <a:t>web-independent-work.vercel.app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>
                <a:solidFill>
                  <a:srgbClr val="225A47"/>
                </a:solidFill>
                <a:latin typeface="Arial"/>
              </a:defRPr>
            </a:pPr>
            <a:r>
              <a:t>StudyHub · Пянило Павло Вадимович · КІСП-11                              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